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16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4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85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8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5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13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5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83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5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5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55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87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63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17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769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772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6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D05715-3B22-45C2-AE0F-657BFF56F429}" type="datetimeFigureOut">
              <a:rPr lang="en-US" smtClean="0"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5233542-1372-47E3-8541-B2AED7B53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61BE-0316-D202-7440-7180BB1B9C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Tuples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AF582-1972-7A93-8FFF-87F7DF45E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Christopher Douglas</a:t>
            </a:r>
          </a:p>
        </p:txBody>
      </p:sp>
    </p:spTree>
    <p:extLst>
      <p:ext uri="{BB962C8B-B14F-4D97-AF65-F5344CB8AC3E}">
        <p14:creationId xmlns:p14="http://schemas.microsoft.com/office/powerpoint/2010/main" val="397349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47E4F490-FA76-4FF0-B36A-72B01E117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05C8C51A-4ECF-4857-8298-6C8334C7F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A741C46E-A2A6-4DF0-84BD-502A2E56D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sq">
            <a:solidFill>
              <a:srgbClr val="FFFFFF">
                <a:alpha val="80000"/>
              </a:srgb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2F905-7D23-EEE1-22D7-CF5E40DF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Tuples?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67CE4C0A-D88E-41BB-8F06-8C0E2604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E292F-EED9-7643-BBF8-23680F88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360" y="469900"/>
            <a:ext cx="5953630" cy="5405968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 are ordered, immutable sequences of elements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Represented using parentheses ()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methods than a list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 use less memory</a:t>
            </a:r>
          </a:p>
        </p:txBody>
      </p:sp>
    </p:spTree>
    <p:extLst>
      <p:ext uri="{BB962C8B-B14F-4D97-AF65-F5344CB8AC3E}">
        <p14:creationId xmlns:p14="http://schemas.microsoft.com/office/powerpoint/2010/main" val="3026223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7928FC6-3192-4290-BD1C-82D3B2438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9" name="Rectangle 28">
              <a:extLst>
                <a:ext uri="{FF2B5EF4-FFF2-40B4-BE49-F238E27FC236}">
                  <a16:creationId xmlns:a16="http://schemas.microsoft.com/office/drawing/2014/main" id="{2BACAF58-6CD2-434A-BB54-90E6BA771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64BE82E-8E08-44EB-8F39-8406CFA27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3F325192-FF66-412F-982B-80AE346C90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E885689-4D94-4830-ABD0-9A9273D620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B314D82-6F65-49EE-AD39-488F3DEC44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CBDA7C29-614B-41E5-A616-52D985948F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C6DD62-BE87-0841-7153-3E1A88A7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43" y="1092200"/>
            <a:ext cx="2928751" cy="449886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make a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3B564-5929-85FB-6FD7-8FBB2FF8D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194" y="1092200"/>
            <a:ext cx="6546426" cy="2948858"/>
          </a:xfrm>
        </p:spPr>
        <p:txBody>
          <a:bodyPr>
            <a:normAutofit/>
          </a:bodyPr>
          <a:lstStyle/>
          <a:p>
            <a:pPr marL="240030" indent="-240030" defTabSz="384048">
              <a:spcAft>
                <a:spcPts val="504"/>
              </a:spcAft>
            </a:pPr>
            <a:r>
              <a:rPr lang="en-US" kern="120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Tuples can contain any data type</a:t>
            </a:r>
          </a:p>
          <a:p>
            <a:pPr marL="240030" indent="-240030" defTabSz="384048">
              <a:spcAft>
                <a:spcPts val="504"/>
              </a:spcAft>
            </a:pPr>
            <a:r>
              <a:rPr lang="en-US" kern="120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access elements in tuple you must use indexing (starting from 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64A5DB2-3010-3292-DA42-59E709876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281" y="4227218"/>
            <a:ext cx="6297987" cy="1399552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0528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E35B-A58B-D993-7A01-F4A8BE67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operations can you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9E403-72EF-A756-A0C3-A8701C4B58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you can do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Slicing: accessing a range of elements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Concatenation: combining two tuples into a new one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Length, Min, Max, Avg, Count, Etc.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C56A9-22B6-794D-920E-5F77C616A0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a tuple to list </a:t>
            </a:r>
          </a:p>
          <a:p>
            <a:endParaRPr lang="en-US" dirty="0"/>
          </a:p>
        </p:txBody>
      </p:sp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45CDA5AF-1182-7E6A-9629-BF1B0058E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04" y="3257006"/>
            <a:ext cx="2626583" cy="201314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 descr="A picture containing chart&#10;&#10;Description automatically generated">
            <a:extLst>
              <a:ext uri="{FF2B5EF4-FFF2-40B4-BE49-F238E27FC236}">
                <a16:creationId xmlns:a16="http://schemas.microsoft.com/office/drawing/2014/main" id="{AF8E564D-DE98-1E67-1729-73CF3D419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00" y="4740537"/>
            <a:ext cx="2375700" cy="105923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AFC08360-CD65-5C9A-DC02-1AF58A1F0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193" y="4752602"/>
            <a:ext cx="2353058" cy="103510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2982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E4F490-FA76-4FF0-B36A-72B01E117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C8C51A-4ECF-4857-8298-6C8334C7F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41C46E-A2A6-4DF0-84BD-502A2E56D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sq">
            <a:solidFill>
              <a:srgbClr val="FFFFFF">
                <a:alpha val="80000"/>
              </a:srgb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5D5E8-45A5-57CE-A763-E050B3B0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 tuples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CE4C0A-D88E-41BB-8F06-8C0E2604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02B68D-6FE4-41AD-A8FF-624D8D00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360" y="469900"/>
            <a:ext cx="5953630" cy="5405968"/>
          </a:xfrm>
        </p:spPr>
        <p:txBody>
          <a:bodyPr anchor="ctr">
            <a:normAutofit/>
          </a:bodyPr>
          <a:lstStyle/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to use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 data that should not change like: Names, Ages, Dates, Times,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542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548F85039F2948A9AD8BF368D40A13" ma:contentTypeVersion="12" ma:contentTypeDescription="Create a new document." ma:contentTypeScope="" ma:versionID="c1bc8436c9456fadffc77944e790bc6f">
  <xsd:schema xmlns:xsd="http://www.w3.org/2001/XMLSchema" xmlns:xs="http://www.w3.org/2001/XMLSchema" xmlns:p="http://schemas.microsoft.com/office/2006/metadata/properties" xmlns:ns3="d0246d40-046d-42f0-b7ab-19a24e6e0ff5" xmlns:ns4="88c6c88b-1ee5-4266-a491-e80a957e50c5" targetNamespace="http://schemas.microsoft.com/office/2006/metadata/properties" ma:root="true" ma:fieldsID="3bf8217629b0ad3d4eb4b23c3c97af2b" ns3:_="" ns4:_="">
    <xsd:import namespace="d0246d40-046d-42f0-b7ab-19a24e6e0ff5"/>
    <xsd:import namespace="88c6c88b-1ee5-4266-a491-e80a957e50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246d40-046d-42f0-b7ab-19a24e6e0f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6c88b-1ee5-4266-a491-e80a957e50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2B365A-F1C1-4424-BF16-7CCB91B87A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B92F4A-C606-4C78-B833-A026659C977F}">
  <ds:schemaRefs>
    <ds:schemaRef ds:uri="http://schemas.microsoft.com/office/2006/metadata/properties"/>
    <ds:schemaRef ds:uri="http://purl.org/dc/elements/1.1/"/>
    <ds:schemaRef ds:uri="88c6c88b-1ee5-4266-a491-e80a957e50c5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0246d40-046d-42f0-b7ab-19a24e6e0ff5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9F81332-15BB-4087-8DE2-A5EA872EBF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246d40-046d-42f0-b7ab-19a24e6e0ff5"/>
    <ds:schemaRef ds:uri="88c6c88b-1ee5-4266-a491-e80a957e50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1469</TotalTime>
  <Words>126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Garamond</vt:lpstr>
      <vt:lpstr>Times New Roman</vt:lpstr>
      <vt:lpstr>Organic</vt:lpstr>
      <vt:lpstr>Python Tuples</vt:lpstr>
      <vt:lpstr>What are Tuples?</vt:lpstr>
      <vt:lpstr>How to make a Tuple</vt:lpstr>
      <vt:lpstr>What operations can you use?</vt:lpstr>
      <vt:lpstr>Why use tuples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Tuples</dc:title>
  <dc:creator>Christopher B. Douglas</dc:creator>
  <cp:lastModifiedBy>Christopher B. Douglas</cp:lastModifiedBy>
  <cp:revision>4</cp:revision>
  <dcterms:created xsi:type="dcterms:W3CDTF">2023-04-22T14:16:43Z</dcterms:created>
  <dcterms:modified xsi:type="dcterms:W3CDTF">2023-04-23T14:47:14Z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0x010100A7548F85039F2948A9AD8BF368D40A13</vt:lpwstr>
  </property>
</Properties>
</file>